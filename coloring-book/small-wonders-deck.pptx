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Wonders: 21 printable coloring pages, generated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fluffy poodle in a star cap works the popcorn counter while a customer waits at the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poodle reads by fairy lights inside a flowered blanket fort while a chick naps on a cushion.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rabbit bakers ice a strawberry cake together, one piping, one placing the fruit.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cat lifts a fresh scoop behind the display case while a triple cone waits in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cat shakes a drink behind the counter and a giant boba cup fills the foreground.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wreath, a big blooming flower and a line for a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Twelve-fold rings of petals, hearts and scallops.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horned owl gripping a branch under a crescent moon.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humpback with throat grooves and a long flipper.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Veined wing panels, mirrored exactly down the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balloons drifting over a village on rolling hills.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sitting cat with a curled tail and a ball of yarn.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Daisies and tulips gathered in a patterned vase.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scaled fish among seaweed, coral and a starfish.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rocket climbing past a ringed planet and a cratered moon.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Leaves, hearts and petals in twelve-fold symmetry.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spotted mushroom house with round windows and a snail.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hedgehog carrying apples home on its spines.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tortoise with a plated shell, out for a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scalloped canopy full of fruit, with birds and a swing.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empty frame ringed with flowers, hearts and stars.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WONDERS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coloring book of twenty-one pages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is generated from Python — no page is traced or clip-art.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Letter, black line art, print at 100%.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7" name="Image 0" descr="out/17_popcorn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58368"/>
            <a:ext cx="4251960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Inked scenes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99339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shop and room scenes, drawn with a hand tremble and built strictly back to front so objects overlap the way they should.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3310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Line-art pages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37307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single subjects — owl, whale, rocket, two mandalas, a tree — with large open areas and nothing fiddly to colour around.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74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weights run 5.2pt on outer silhouettes down to 1.5pt on texture, so nothing closes up at print size.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57800" y="1417320"/>
            <a:ext cx="6400800" cy="3913632"/>
          </a:xfrm>
          <a:prstGeom prst="roundRect">
            <a:avLst>
              <a:gd name="adj" fmla="val 2804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3" name="Image 0" descr="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572768"/>
            <a:ext cx="6035040" cy="360273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257800" y="5394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twenty-one pages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Inked scenes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busy counters and one quiet bedroom. Every shape is filled white, so the signs sit in front of the machine and the tub sits in front of the counter.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1572768" cy="203911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6" name="Image 0" descr="out/17_popcorn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16" y="1865376"/>
            <a:ext cx="1408176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59368" y="1783080"/>
            <a:ext cx="1572768" cy="203911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8" name="Image 1" descr="out/19_bak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4" y="1865376"/>
            <a:ext cx="1408176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415016" y="1783080"/>
            <a:ext cx="1572768" cy="203911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2" descr="out/21_boba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2" y="1865376"/>
            <a:ext cx="1408176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INKED SCENE 1 OF 5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8686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841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Popcorn shop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fluffy poodle in a star cap works the popcorn counter while a customer waits at the front.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 spilling over in the foreground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BUY GET 1, SCAN and PICK UP HERE signs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kettle machine with a heart panel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0" descr="out/17_popcorn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58368"/>
            <a:ext cx="4251960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INKED SCENE 2 OF 5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8686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841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Blanket fort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poodle reads by fairy lights inside a flowered blanket fort while a chick naps on a cushion.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Cactus, tulips and a hanging lamp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flower-shaped portrait frame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scalloped rug under the whole tent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0" descr="out/18_blanket_f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58368"/>
            <a:ext cx="4251960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INKED SCENE 3 OF 5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8686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841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Bakery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rabbit bakers ice a strawberry cake together, one piping, one placing the fruit.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Jars of cookies and sweets on the shelf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Bunting, a flour bottle, a mixing bowl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carrot and cookies on the counter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0" descr="out/19_bak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58368"/>
            <a:ext cx="4251960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INKED SCENE 4 OF 5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8686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841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cream parlor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 lifts a fresh scoop behind the display case while a triple cone waits in front.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tubs under the counter glass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scalloped awning and a TODAY board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spare cones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0" descr="out/20_ice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58368"/>
            <a:ext cx="4251960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INKED SCENE 5 OF 5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8686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841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Boba tea bar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 shakes a drink behind the counter and a giant boba cup fills the foreground.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Pearls, a domed lid and a bendy straw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jars on a wall shelf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board with hearts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0" descr="out/21_boba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58368"/>
            <a:ext cx="4251960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Line-art pages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single subjects on white. Unfilled outlines, layered line weights, a decorative border and a captioned subject.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1572768" cy="203911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6" name="Image 0" descr="out/03_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16" y="1865376"/>
            <a:ext cx="1408176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59368" y="1783080"/>
            <a:ext cx="1572768" cy="203911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8" name="Image 1" descr="out/11_bloom_manda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4" y="1865376"/>
            <a:ext cx="1408176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415016" y="1783080"/>
            <a:ext cx="1572768" cy="203911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0" name="Image 2" descr="out/15_big_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2" y="1865376"/>
            <a:ext cx="1408176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wreath, a big blooming flower and a line for a name.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2_sun_manda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 mandala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Twelve-fold rings of petals, hearts and scallops.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3_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owl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horned owl gripping a branch under a crescent moon.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4_wh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blue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humpback with throat grooves and a long flipper.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5_butterf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wings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Veined wing panels, mirrored exactly down the middle.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6_ballo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away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balloons drifting over a village on rolling hills.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7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Yarn day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sitting cat with a curled tail and a ball of yarn.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8_bouqu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picked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Daisies and tulips gathered in a patterned vase.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09_under_the_s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down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scaled fish among seaweed, coral and a starfish.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0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moon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rocket climbing past a ringed planet and a cratered moon.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1_bloom_manda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 mandala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Leaves, hearts and petals in twelve-fold symmetry.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2_mushroom_cot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Toadstool cottage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spotted mushroom house with round windows and a snail.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3_hedgeh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Prickles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hedgehog carrying apples home on its spines.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4_tort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and steady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tortoise with a plated shell, out for a walk.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5_big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tree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scalloped canopy full of fruit, with birds and a swing.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5488"/>
            <a:ext cx="4617720" cy="589788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3" name="Image 0" descr="out/16_draw_your_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4251960" cy="5504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16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2356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82512" y="2304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your own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3291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frame ringed with flowers, hearts and stars.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at 100%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214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size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47802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100% or “actual size”, not “fit to page”, or the margins shift.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2918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Vector, not pixels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64845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holds no rasterised images, so it stays sharp at any size.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489704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4622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paper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1888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true US Letter. A4 works too — print at 100% and lose a little margin.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52360" y="16002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6" name="Image 0" descr="out/18_blanket_f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4" y="1700784"/>
            <a:ext cx="1810512" cy="234086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692640" y="16002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9AA0B0">
                <a:alpha val="34000"/>
              </a:srgbClr>
            </a:outerShdw>
          </a:effectLst>
        </p:spPr>
      </p:sp>
      <p:pic>
        <p:nvPicPr>
          <p:cNvPr id="18" name="Image 1" descr="out/20_ice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1700784"/>
            <a:ext cx="1810512" cy="234086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269480" y="4526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pages  ·  8.5 × 11 in  ·  vector PDF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Wonders - a coloring book</dc:title>
  <dc:subject>PptxGenJS Presentation</dc:subject>
  <dc:creator>Small Wonders</dc:creator>
  <cp:lastModifiedBy>Small Wonders</cp:lastModifiedBy>
  <cp:revision>1</cp:revision>
  <dcterms:created xsi:type="dcterms:W3CDTF">2026-09-03T19:06:31Z</dcterms:created>
  <dcterms:modified xsi:type="dcterms:W3CDTF">2026-09-03T19:06:31Z</dcterms:modified>
</cp:coreProperties>
</file>